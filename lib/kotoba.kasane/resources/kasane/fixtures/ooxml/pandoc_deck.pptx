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Real 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 pptx world.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slide content.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Real Deck</dc:title>
  <dc:creator/>
  <cp:keywords/>
  <dcterms:created xsi:type="dcterms:W3CDTF">2026-07-08T05:13:25Z</dcterms:created>
  <dcterms:modified xsi:type="dcterms:W3CDTF">2026-07-08T05:13:25Z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